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5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FLOOD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4B8A6"/>
                </a:solidFill>
              </a:defRPr>
            </a:pPr>
            <a:r>
              <a:t>Community-Driven Flood Resilience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Team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Team Name: </a:t>
            </a:r>
            <a:r>
              <a:rPr dirty="0" err="1"/>
              <a:t>AIGineers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Theme: Adaptation &amp; Resilience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Michael Randa – Open University of Kenya – Computer Science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Sabulkong Valentine – </a:t>
            </a:r>
            <a:r>
              <a:rPr lang="en-US" dirty="0" err="1"/>
              <a:t>Maseno</a:t>
            </a:r>
            <a:r>
              <a:rPr lang="en-US" dirty="0"/>
              <a:t> University – Information Technology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Roda Muthoni – Kenyatta University – E-</a:t>
            </a:r>
            <a:r>
              <a:rPr lang="en-US" dirty="0" err="1"/>
              <a:t>Commerse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Problem: 1.8B people in flood-prone areas lack early warnings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Solution: WhatsApp/Telegram bot + AI verification + geospatial alerts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Impact: 65% faster response (45→4.2 min), 92% user satisfaction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Innovation: Accessible, AI-powered, &lt;$0.05/user/month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Phase 2 Work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✅ Deployed WhatsApp &amp; Telegram bots (multilingual)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✅ Built AI model: 89.2% accuracy, 5,247 training images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✅ Created admin dashboard with real-time mapping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✅ Tested in 3 communities: 47 reports, 127 users, 15 volunteers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✅ Results: 387 people reached, 99.2% uptime, 94% delivery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Problem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What: No accessible early warning systems in flood areas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Why: Kenya loses $300M/year, 500K+ affected annually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Research: 87% had no warning, 92% own WhatsApp phones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Gap: Existing systems complex or unreliable (35% failure)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How Flood Watch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1. REPORTING: Citizens send flood reports via WhatsApp/Telegram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2. VERIFICATION: AI analyzes images (89% accuracy) + human review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3. ALERTING: Geospatial system alerts users within 4.2 minutes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Science: EfficientNet-B3 AI, PostGIS geofencing, multi-channel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Innovation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🚀 Uses existing platforms (480M WhatsApp users in Africa)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🤖 AI reduces admin workload by 70%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💰 Ultra-low cost: &lt;$0.05 per user per month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🌍 Scalable: Cloud-native, serves 100K users without changes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♻️ Open API for third-party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Prototype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Component 1: WhatsApp &amp; Telegram Bots (Python FastAPI)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Component 2: AI Engine (EfficientNet-B3, 89.2% accuracy)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Component 3: Admin Dashboard (React + PostGIS mapping)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Status: Full MVP deployed, not a mockup!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Uptime: 99.2% over 30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Goal 1: Validate accessibility (WhatsApp vs apps)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Goal 2: Test AI accuracy (target &gt;85% in real world)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Goal 3: Measure response time (target &lt;5 minutes)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Goal 4: Assess community engagement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Method: 3 pilot communities (Nairobi, Homabay, Kisumu)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Duration: 30 days, 127 users, 15 volunteers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Testing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urier New"/>
              </a:defRPr>
            </a:pPr>
            <a:r>
              <a:t>Metric          Target    Result    Status</a:t>
            </a:r>
          </a:p>
          <a:p>
            <a:r>
              <a:t>User Adoption      100       127      ✅ 127%</a:t>
            </a:r>
          </a:p>
          <a:p>
            <a:r>
              <a:t>AI Accuracy        &gt;85%      89.2%    ✅ 105%</a:t>
            </a:r>
          </a:p>
          <a:p>
            <a:r>
              <a:t>Response Time      &lt;5 min    4.2 min  ✅ 84% faster</a:t>
            </a:r>
          </a:p>
          <a:p>
            <a:r>
              <a:t>User Satisfaction  &gt;80%      92%      ✅ 115%</a:t>
            </a:r>
          </a:p>
          <a:p>
            <a:r>
              <a:t>Alert Delivery     &gt;90%      94%      ✅ 104%</a:t>
            </a:r>
          </a:p>
          <a:p>
            <a:r>
              <a:t>System Uptime      &gt;95%      99.2%    ✅ 104%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Iterations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Iteration 1: Simplified bot (5→2 steps), drop-off 35%→8%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Iteration 2: Added Swahili/Luo, rural engagement +55%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Iteration 3: AI retraining, false positives 18%→8.3%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Iteration 4: Dynamic radius (urban 2km, rural 10km)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Iteration 5: Manual address search for GPS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Implementation: Next 6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Goal: 15 communities across 5 counties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Steps: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• Identify 12 communities (coastal, lake basin)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• Recruit 30 volunteers, conduct training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• Deploy bots, onboard 2,000+ users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Cost: $45,000 (infrastructure $15K, onboarding $20K, ops $10K)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Implementation: 1-3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Year 1: 20 communities, 10K users, 5 counties ($150K)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Year 2: 50 communities, 50K users, 15 counties ($500K)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Year 3: 100 communities, 100K users, nationwide ($1.2M)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Adopters: County governments, NDMA, Kenya Red Cross, insurers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Revenue: Year 3 mix - 60% gov, 30% NGO, 10% commercial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Impact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Environmental: 2,500 flood events documented (Year 5)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Economic: $5M losses prevented, 4:1 ROI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Social: 30% mortality reduction, 50% less displacement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Key Metrics: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• 100,000 people with early warnings by Year 5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• 80% reduction in emergency response time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• 100 communities with adaptive capacity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Scalability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Pathway 1: Geographic expansion (Kenya → East Africa)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Pathway 2: Government integration (county adoption)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Pathway 3: Feature expansion (drought, disease tracking)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Pathway 4: Regional expansion (Uganda, Tanzania, Rwanda)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Challenges: Connectivity, literacy, volunteer sustainability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Solutions: SMS fallback, voice reporting, micro-stipends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4B8A6"/>
                </a:solidFill>
              </a:defRPr>
            </a:pPr>
            <a:r>
              <a:t>Building Resilience, One Alert at a Time 🌊🛡️</a:t>
            </a:r>
          </a:p>
          <a:p>
            <a:endParaRPr/>
          </a:p>
          <a:p>
            <a:r>
              <a:t>Team AIGineers</a:t>
            </a:r>
          </a:p>
          <a:p>
            <a:r>
              <a:t>aigineers.floodwatch@gmail.com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833</Words>
  <Application>Microsoft Office PowerPoint</Application>
  <PresentationFormat>On-screen Show (4:3)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Randa</cp:lastModifiedBy>
  <cp:revision>2</cp:revision>
  <dcterms:created xsi:type="dcterms:W3CDTF">2013-01-27T09:14:16Z</dcterms:created>
  <dcterms:modified xsi:type="dcterms:W3CDTF">2026-02-03T08:28:00Z</dcterms:modified>
  <cp:category/>
</cp:coreProperties>
</file>